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Dizer em uma frase: atendo no espaço da Avenida Santo Antônio e levo a cadeira até 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Contexto. O gancho é a dor de quem passa o dia sentado.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Credencial. Falar do curso mais recente e de onde ele entra no atendimento.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são duas frentes: o espaço e o atendimento externo.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Responder a dúvida da empresa: o que precisa providenciar.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Ancorar na data que a empresa já tem: SIPAT é a mais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 de escala. O número é real e verificável.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pedir as três informações ali mesmo, na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2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opes/sites/cintia-godoy/marca/png/simb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1031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e bem-estar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Mogi Mirim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85800" y="4956048"/>
            <a:ext cx="10817352" cy="0"/>
          </a:xfrm>
          <a:prstGeom prst="line">
            <a:avLst/>
          </a:prstGeom>
          <a:noFill/>
          <a:ln w="9525">
            <a:solidFill>
              <a:srgbClr val="8C84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5138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7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apresenta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Cíntia Godoy — Estética &amp; Bem-Estar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5138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7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5138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7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escolas e eventos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CHEGA ANTES DO INTERVALO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tensão do pescoço e dos ombros não espera o fim do expediente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7744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sentada, celular na mão, reunião atrás de reunião. O corpo cobra no meio do dia — e quase nunca existe um lugar para resolver isso sem sair do trabalho.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Cíntia Godoy atende há anos em Mogi Mirim, na Avenida Santo Antônio, 127. Faz o atendimento no espaço dela, com hora marcada, e leva a cadeira de quick massage até empresas, escolas e eventos da região.</a:t>
            </a:r>
            <a:endParaRPr lang="en-US" sz="1400" dirty="0"/>
          </a:p>
        </p:txBody>
      </p:sp>
      <p:pic>
        <p:nvPicPr>
          <p:cNvPr id="5" name="Image 0" descr="/Users/lopes/sites/cintia-godoy/assets/img/massage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828800"/>
            <a:ext cx="27889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ATENDE VOCÊ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8437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técnica nova entra na sala depois de estudada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30552"/>
            <a:ext cx="10817352" cy="0"/>
          </a:xfrm>
          <a:prstGeom prst="line">
            <a:avLst/>
          </a:prstGeom>
          <a:noFill/>
          <a:ln w="9525">
            <a:solidFill>
              <a:srgbClr val="C9B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36829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Lipedema e taping — Bioage, Rio Claro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23317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mais recente. Entra junto com a drenagem no cuidado de quem convive com dor, peso e inchaço nas pernas.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364992"/>
            <a:ext cx="10817352" cy="0"/>
          </a:xfrm>
          <a:prstGeom prst="line">
            <a:avLst/>
          </a:prstGeom>
          <a:noFill/>
          <a:ln w="9525">
            <a:solidFill>
              <a:srgbClr val="C9BC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60273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 — em formação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35661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andamento, que sustenta a leitura do que cada pele e cada corpo pedem antes de escolher o protocolo.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599432"/>
            <a:ext cx="10817352" cy="0"/>
          </a:xfrm>
          <a:prstGeom prst="line">
            <a:avLst/>
          </a:prstGeom>
          <a:noFill/>
          <a:ln w="9525">
            <a:solidFill>
              <a:srgbClr val="C9BC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800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0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83717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Acrus e RenoveSSe Skin Glow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48006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 de depilação a laser de alta performance e protocolo de limpeza de pele com luz biofotônica.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FAZ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8437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lugares de atendimento: o espaço dela e o seu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774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espaço, com hora marcada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 linfática relaxante — o carro-chefe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spa — cabeça e couro cabeludo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pele biofotônica — RenoveSSe Skin Glow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Depilação a laser — equipamento Acrus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Massoterapia e cuidado no lipedema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46520" y="23774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seu local, em cadeira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28803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massage em empresas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SIPAT e semana do bem-estar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da equipe e confraternização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Feiras, congressos e eventos de escola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Mogi Mirim e região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MASSAGE NA EMPRESA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8437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cadeira vai até você; a empresa cede um canto e uma tomada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3291840" cy="2834640"/>
          </a:xfrm>
          <a:prstGeom prst="roundRect">
            <a:avLst>
              <a:gd name="adj" fmla="val 1935"/>
            </a:avLst>
          </a:prstGeom>
          <a:solidFill>
            <a:srgbClr val="FAF2EC"/>
          </a:solidFill>
          <a:ln w="9525">
            <a:solidFill>
              <a:srgbClr val="C9B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COM ELA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31546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cadeira de quick massage, os insumos, os descartáveis e o atendimento. Sem óleo, sem troca de roupa e sem sala montada.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514600"/>
            <a:ext cx="3291840" cy="2834640"/>
          </a:xfrm>
          <a:prstGeom prst="roundRect">
            <a:avLst>
              <a:gd name="adj" fmla="val 1935"/>
            </a:avLst>
          </a:prstGeom>
          <a:solidFill>
            <a:srgbClr val="FAF2EC"/>
          </a:solidFill>
          <a:ln w="9525">
            <a:solidFill>
              <a:srgbClr val="C9BC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6008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PROVIDENCIA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31546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canto reservado ou uma sala, uma tomada por perto e a lista de horários. Havendo escala, o atendimento se encaixa nos intervalos.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01000" y="2514600"/>
            <a:ext cx="3291840" cy="2834640"/>
          </a:xfrm>
          <a:prstGeom prst="roundRect">
            <a:avLst>
              <a:gd name="adj" fmla="val 1935"/>
            </a:avLst>
          </a:prstGeom>
          <a:solidFill>
            <a:srgbClr val="B08A4F"/>
          </a:solidFill>
          <a:ln w="9525">
            <a:solidFill>
              <a:srgbClr val="B08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3608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NA COTAÇÃO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31546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A2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duração de cada atendimento e quantas pessoas cabem no período — combinado antes, nunca no dia.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8437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na data que a empresa já tem no calendário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semana de prevenção precisa de uma atração que as pessoas queiram fazer — e que fale de saúde sem palestra.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3200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do bem-estar e datas da equipe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977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vida, saúde mental, ergonomia, Dia da Mulher, Outubro Rosa, aniversário da empresa, confraternização.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0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3200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Feiras, congressos e eventos de escola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977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estande, a cadeira vira ponto de parada — e motivo para a pessoa voltar.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EVENTO ATÉ AQUI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pessoas atendidas em um evento escolar de Mogi Mirim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40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3957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em um único dia — o convite veio de uma escola de Mogi Mirim, em setembro de 2026.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2044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são parte do trabalho dela há anos e quase nunca foram divulgados: a agenda sempre veio de indicação. Esta apresentação existe para mudar isso.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4.700 pessoas acompanham o trabalho no Instagram @cintiagodoyestetica — é de lá e do Google que chega a maior parte de quem procura.</a:t>
            </a:r>
            <a:endParaRPr lang="en-US" sz="1350" dirty="0"/>
          </a:p>
        </p:txBody>
      </p:sp>
      <p:pic>
        <p:nvPicPr>
          <p:cNvPr id="7" name="Image 0" descr="/Users/lopes/sites/cintia-godoy/assets/img/cint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2148840"/>
            <a:ext cx="36576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CONTRATAR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8437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informações e a proposta sai na mesma conversa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AF2EC"/>
          </a:solidFill>
          <a:ln w="9525">
            <a:solidFill>
              <a:srgbClr val="C9B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7066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358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pessoas serão atendidas.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AF2EC"/>
          </a:solidFill>
          <a:ln w="9525">
            <a:solidFill>
              <a:srgbClr val="C9BC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7066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358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(ou o mês) e o horário disponível.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1000" y="24688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AF2EC"/>
          </a:solidFill>
          <a:ln w="9525">
            <a:solidFill>
              <a:srgbClr val="C9BC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7066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0358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cidade e o endereço do atendimento.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B08A4F"/>
          </a:solidFill>
          <a:ln w="9525">
            <a:solidFill>
              <a:srgbClr val="B08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306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36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A22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(19) 97410-8030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40690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AF2EC"/>
          </a:solidFill>
          <a:ln w="9525">
            <a:solidFill>
              <a:srgbClr val="C9BC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4306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636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Santo Antônio, 127 — Centro, Mogi Mirim, SP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0" y="40690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AF2EC"/>
          </a:solidFill>
          <a:ln w="9525">
            <a:solidFill>
              <a:srgbClr val="C9BC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306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C5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 INSTAGRAM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636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cintia-godoy.onrender.com  ·  @cintiagodoyestetica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Cíntia Godoy — Estética e Bem-Estar</dc:title>
  <dc:subject>PptxGenJS Presentation</dc:subject>
  <dc:creator>Cíntia Godoy — Estética &amp; Bem-Estar</dc:creator>
  <cp:lastModifiedBy>Cíntia Godoy — Estética &amp; Bem-Estar</cp:lastModifiedBy>
  <cp:revision>1</cp:revision>
  <dcterms:created xsi:type="dcterms:W3CDTF">2026-09-29T21:52:41Z</dcterms:created>
  <dcterms:modified xsi:type="dcterms:W3CDTF">2026-09-29T21:52:41Z</dcterms:modified>
</cp:coreProperties>
</file>