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Abertura. Dizer em uma frase: atendo no espaço da Avenida Santo Antônio e levo a cadeira até a empresa.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Contexto. O gancho é a dor de quem passa o dia sentado.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Credencial. Falar do curso mais recente e de onde ele entra no atendimento.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Mostrar que são duas frentes: o espaço e o atendimento externo.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Responder a dúvida da empresa: o que precisa providenciar.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Ancorar na data que a empresa já tem: SIPAT é a mais comum.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Prova de escala. O número é real e verificável.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Fechamento: pedir as três informações ali mesmo, na reunião.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524B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lopes/sites/cintia-godoy/marca/png/simbol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325880"/>
            <a:ext cx="566928" cy="56692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85800" y="2103120"/>
            <a:ext cx="8229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200"/>
              </a:lnSpc>
              <a:buNone/>
            </a:pPr>
            <a:r>
              <a:rPr lang="en-US" sz="4400" dirty="0">
                <a:solidFill>
                  <a:srgbClr val="FAF2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Estética e bem-estar</a:t>
            </a:r>
            <a:endParaRPr lang="en-US" sz="4400" dirty="0"/>
          </a:p>
          <a:p>
            <a:pPr indent="0" marL="0">
              <a:lnSpc>
                <a:spcPts val="5200"/>
              </a:lnSpc>
              <a:buNone/>
            </a:pPr>
            <a:r>
              <a:rPr lang="en-US" sz="4400" dirty="0">
                <a:solidFill>
                  <a:srgbClr val="FAF2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Mogi Mirim</a:t>
            </a:r>
            <a:endParaRPr lang="en-US" sz="4400" dirty="0"/>
          </a:p>
        </p:txBody>
      </p:sp>
      <p:sp>
        <p:nvSpPr>
          <p:cNvPr id="4" name="Shape 1"/>
          <p:cNvSpPr/>
          <p:nvPr/>
        </p:nvSpPr>
        <p:spPr>
          <a:xfrm>
            <a:off x="685800" y="4956048"/>
            <a:ext cx="10817352" cy="0"/>
          </a:xfrm>
          <a:prstGeom prst="line">
            <a:avLst/>
          </a:prstGeom>
          <a:noFill/>
          <a:ln w="9525">
            <a:solidFill>
              <a:srgbClr val="8C8478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685800" y="5138928"/>
            <a:ext cx="3474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A79E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Quem apresenta</a:t>
            </a:r>
            <a:endParaRPr lang="en-US" sz="95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539496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AF2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Cíntia Godoy Estética e Bem-Estar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4343400" y="5138928"/>
            <a:ext cx="3474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A79E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</a:t>
            </a:r>
            <a:endParaRPr lang="en-US" sz="950" dirty="0"/>
          </a:p>
        </p:txBody>
      </p:sp>
      <p:sp>
        <p:nvSpPr>
          <p:cNvPr id="8" name="Text 5"/>
          <p:cNvSpPr txBox="1"/>
          <p:nvPr/>
        </p:nvSpPr>
        <p:spPr>
          <a:xfrm>
            <a:off x="4343400" y="539496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AF2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Setembro de 2026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8001000" y="5138928"/>
            <a:ext cx="3474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A79E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</a:t>
            </a:r>
            <a:endParaRPr lang="en-US" sz="950" dirty="0"/>
          </a:p>
        </p:txBody>
      </p:sp>
      <p:sp>
        <p:nvSpPr>
          <p:cNvPr id="10" name="Text 7"/>
          <p:cNvSpPr txBox="1"/>
          <p:nvPr/>
        </p:nvSpPr>
        <p:spPr>
          <a:xfrm>
            <a:off x="8001000" y="539496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AF2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Empresas, escolas e eventos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E9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75488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40" kern="0" dirty="0">
                <a:solidFill>
                  <a:srgbClr val="5C55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PROBLEMA QUE CHEGA ANTES DO INTERVALO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841248"/>
            <a:ext cx="66751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600"/>
              </a:lnSpc>
              <a:buNone/>
            </a:pPr>
            <a:r>
              <a:rPr lang="en-US" sz="3000" dirty="0">
                <a:solidFill>
                  <a:srgbClr val="23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tensão do pescoço e dos ombros não espera o fim do expediente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2377440"/>
            <a:ext cx="594360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5C55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Jornada sentada, celular na mão, reunião atrás de reunião. O corpo cobra no meio do dia, e quase nunca existe um lugar para resolver isso sem sair do trabalho.</a:t>
            </a: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endParaRPr lang="en-US" sz="14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5C55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Cíntia Godoy atua na estética há 8 anos e atende em Mogi Mirim, na Avenida Santo Antônio, 127. Faz o atendimento no espaço dela, com hora marcada, e leva a cadeira de quick massage até empresas, escolas e eventos da região.</a:t>
            </a:r>
            <a:endParaRPr lang="en-US" sz="1400" dirty="0"/>
          </a:p>
        </p:txBody>
      </p:sp>
      <p:pic>
        <p:nvPicPr>
          <p:cNvPr id="5" name="Image 0" descr="/Users/lopes/sites/cintia-godoy/assets/img/serv-headspa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360920" y="1828800"/>
            <a:ext cx="2788920" cy="40233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E9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75488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40" kern="0" dirty="0">
                <a:solidFill>
                  <a:srgbClr val="5C55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QUEM ATENDE VOCÊ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841248"/>
            <a:ext cx="843753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600"/>
              </a:lnSpc>
              <a:buNone/>
            </a:pPr>
            <a:r>
              <a:rPr lang="en-US" sz="3000" dirty="0">
                <a:solidFill>
                  <a:srgbClr val="23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técnica nova entra na sala depois de estudada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85800" y="2130552"/>
            <a:ext cx="10817352" cy="0"/>
          </a:xfrm>
          <a:prstGeom prst="line">
            <a:avLst/>
          </a:prstGeom>
          <a:noFill/>
          <a:ln w="9525">
            <a:solidFill>
              <a:srgbClr val="C9BCB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2331720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5C55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1600200" y="2368296"/>
            <a:ext cx="3749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3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Lipedema e taping na Bioage de Rio Claro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5623560" y="2331720"/>
            <a:ext cx="5669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5C55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Atualização mais recente. Entra junto com a drenagem no cuidado de quem convive com dor, peso e inchaço nas pernas.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85800" y="3364992"/>
            <a:ext cx="10817352" cy="0"/>
          </a:xfrm>
          <a:prstGeom prst="line">
            <a:avLst/>
          </a:prstGeom>
          <a:noFill/>
          <a:ln w="9525">
            <a:solidFill>
              <a:srgbClr val="C9BCB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85800" y="3566160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5C55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2600" dirty="0"/>
          </a:p>
        </p:txBody>
      </p:sp>
      <p:sp>
        <p:nvSpPr>
          <p:cNvPr id="10" name="Text 8"/>
          <p:cNvSpPr txBox="1"/>
          <p:nvPr/>
        </p:nvSpPr>
        <p:spPr>
          <a:xfrm>
            <a:off x="1600200" y="3602736"/>
            <a:ext cx="3749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3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Biomedicina Estética, em conclusão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5623560" y="3566160"/>
            <a:ext cx="5669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5C55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Técnica em Estética, concluindo a formação em Biomedicina Estética. É o que sustenta a leitura do que cada pele e cada corpo pedem.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85800" y="4599432"/>
            <a:ext cx="10817352" cy="0"/>
          </a:xfrm>
          <a:prstGeom prst="line">
            <a:avLst/>
          </a:prstGeom>
          <a:noFill/>
          <a:ln w="9525">
            <a:solidFill>
              <a:srgbClr val="C9BCB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85800" y="4800600"/>
            <a:ext cx="822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B08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2600" dirty="0"/>
          </a:p>
        </p:txBody>
      </p:sp>
      <p:sp>
        <p:nvSpPr>
          <p:cNvPr id="14" name="Text 12"/>
          <p:cNvSpPr txBox="1"/>
          <p:nvPr/>
        </p:nvSpPr>
        <p:spPr>
          <a:xfrm>
            <a:off x="1600200" y="4837176"/>
            <a:ext cx="3749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3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Acrus e RenoveSSe Skin Glow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5623560" y="4800600"/>
            <a:ext cx="5669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5C55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Equipamento de depilação a laser de alta performance e protocolo de limpeza de pele com luz biofotônica.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E9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75488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40" kern="0" dirty="0">
                <a:solidFill>
                  <a:srgbClr val="5C55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ELA FAZ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841248"/>
            <a:ext cx="843753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600"/>
              </a:lnSpc>
              <a:buNone/>
            </a:pPr>
            <a:r>
              <a:rPr lang="en-US" sz="3000" dirty="0">
                <a:solidFill>
                  <a:srgbClr val="23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Dois lugares de atendimento: o espaço dela e o seu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2377440"/>
            <a:ext cx="5029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espaço, com hora marcada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2880360"/>
            <a:ext cx="50292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5C55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Drenagem linfática relaxante, o carro-chefe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5C55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 spa, cabeça e couro cabeludo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5C55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Limpeza de pele biofotônica, RenoveSSe Skin Glow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5C55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Depilação a laser, equipamento Acrus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5C55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Massoterapia e cuidado no lipedema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6446520" y="2377440"/>
            <a:ext cx="5029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seu local, em cadeira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446520" y="2880360"/>
            <a:ext cx="50292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5C55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massage em empresas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5C55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SIPAT e semana do bem-estar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5C55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 da equipe e confraternização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5C55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Feiras, congressos e eventos de escola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5C55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Mogi Mirim e região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E9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75488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40" kern="0" dirty="0">
                <a:solidFill>
                  <a:srgbClr val="5C55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MASSAGE NA EMPRESA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841248"/>
            <a:ext cx="843753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600"/>
              </a:lnSpc>
              <a:buNone/>
            </a:pPr>
            <a:r>
              <a:rPr lang="en-US" sz="3000" dirty="0">
                <a:solidFill>
                  <a:srgbClr val="23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cadeira vai até você; a empresa cede um canto e uma tomada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85800" y="2514600"/>
            <a:ext cx="3291840" cy="2834640"/>
          </a:xfrm>
          <a:prstGeom prst="roundRect">
            <a:avLst>
              <a:gd name="adj" fmla="val 1935"/>
            </a:avLst>
          </a:prstGeom>
          <a:solidFill>
            <a:srgbClr val="FAF2EC"/>
          </a:solidFill>
          <a:ln w="9525">
            <a:solidFill>
              <a:srgbClr val="C9BCB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78408" y="27889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5C55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VAI COM ELA</a:t>
            </a:r>
            <a:endParaRPr lang="en-US" sz="950" dirty="0"/>
          </a:p>
        </p:txBody>
      </p:sp>
      <p:sp>
        <p:nvSpPr>
          <p:cNvPr id="6" name="Text 4"/>
          <p:cNvSpPr txBox="1"/>
          <p:nvPr/>
        </p:nvSpPr>
        <p:spPr>
          <a:xfrm>
            <a:off x="978408" y="3154680"/>
            <a:ext cx="27432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5C55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cadeira de quick massage, os insumos, os descartáveis e o atendimento. Sem óleo, sem troca de roupa e sem sala montada.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343400" y="2514600"/>
            <a:ext cx="3291840" cy="2834640"/>
          </a:xfrm>
          <a:prstGeom prst="roundRect">
            <a:avLst>
              <a:gd name="adj" fmla="val 1935"/>
            </a:avLst>
          </a:prstGeom>
          <a:solidFill>
            <a:srgbClr val="FAF2EC"/>
          </a:solidFill>
          <a:ln w="9525">
            <a:solidFill>
              <a:srgbClr val="C9BCB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636008" y="27889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5C55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EMPRESA PROVIDENCIA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4636008" y="3154680"/>
            <a:ext cx="27432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5C55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canto reservado ou uma sala, uma tomada por perto e a lista de horários. Havendo escala, o atendimento se encaixa nos intervalos.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8001000" y="2514600"/>
            <a:ext cx="3291840" cy="2834640"/>
          </a:xfrm>
          <a:prstGeom prst="roundRect">
            <a:avLst>
              <a:gd name="adj" fmla="val 1935"/>
            </a:avLst>
          </a:prstGeom>
          <a:solidFill>
            <a:srgbClr val="B08A4F"/>
          </a:solidFill>
          <a:ln w="9525">
            <a:solidFill>
              <a:srgbClr val="B08A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293608" y="27889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4A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ENTRA NA COTAÇÃO</a:t>
            </a:r>
            <a:endParaRPr lang="en-US" sz="950" dirty="0"/>
          </a:p>
        </p:txBody>
      </p:sp>
      <p:sp>
        <p:nvSpPr>
          <p:cNvPr id="12" name="Text 10"/>
          <p:cNvSpPr txBox="1"/>
          <p:nvPr/>
        </p:nvSpPr>
        <p:spPr>
          <a:xfrm>
            <a:off x="8293608" y="3154680"/>
            <a:ext cx="27432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2A22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duração de cada atendimento e quantas pessoas cabem no período. Combinado antes, nunca no dia.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E9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75488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40" kern="0" dirty="0">
                <a:solidFill>
                  <a:srgbClr val="5C55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OCASIÕES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841248"/>
            <a:ext cx="843753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600"/>
              </a:lnSpc>
              <a:buNone/>
            </a:pPr>
            <a:r>
              <a:rPr lang="en-US" sz="3000" dirty="0">
                <a:solidFill>
                  <a:srgbClr val="23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Entra na data que a empresa já tem no calendário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246888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dirty="0">
                <a:solidFill>
                  <a:srgbClr val="C9B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3200400"/>
            <a:ext cx="3200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b="1" dirty="0">
                <a:solidFill>
                  <a:srgbClr val="23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SIPAT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3977640"/>
            <a:ext cx="3200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5C55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semana de prevenção precisa de uma atração que as pessoas queiram fazer, e que fale de saúde sem palestra.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4343400" y="246888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dirty="0">
                <a:solidFill>
                  <a:srgbClr val="C9BC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3400" dirty="0"/>
          </a:p>
        </p:txBody>
      </p:sp>
      <p:sp>
        <p:nvSpPr>
          <p:cNvPr id="8" name="Text 6"/>
          <p:cNvSpPr txBox="1"/>
          <p:nvPr/>
        </p:nvSpPr>
        <p:spPr>
          <a:xfrm>
            <a:off x="4343400" y="3200400"/>
            <a:ext cx="3200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b="1" dirty="0">
                <a:solidFill>
                  <a:srgbClr val="23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Semana do bem-estar e datas da equipe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4343400" y="3977640"/>
            <a:ext cx="3200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5C55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Qualidade de vida, saúde mental, ergonomia, Dia da Mulher, Outubro Rosa, aniversário da empresa, confraternização.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8001000" y="2468880"/>
            <a:ext cx="1097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dirty="0">
                <a:solidFill>
                  <a:srgbClr val="B08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3400" dirty="0"/>
          </a:p>
        </p:txBody>
      </p:sp>
      <p:sp>
        <p:nvSpPr>
          <p:cNvPr id="11" name="Text 9"/>
          <p:cNvSpPr txBox="1"/>
          <p:nvPr/>
        </p:nvSpPr>
        <p:spPr>
          <a:xfrm>
            <a:off x="8001000" y="3200400"/>
            <a:ext cx="3200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b="1" dirty="0">
                <a:solidFill>
                  <a:srgbClr val="23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Feiras, congressos e eventos de escola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8001000" y="3977640"/>
            <a:ext cx="3200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5C55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estande, a cadeira vira ponto de parada, e motivo para a pessoa voltar.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E9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75488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40" kern="0" dirty="0">
                <a:solidFill>
                  <a:srgbClr val="5C55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MAIOR EVENTO ATÉ AQUI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841248"/>
            <a:ext cx="66751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600"/>
              </a:lnSpc>
              <a:buNone/>
            </a:pPr>
            <a:r>
              <a:rPr lang="en-US" sz="3000" dirty="0">
                <a:solidFill>
                  <a:srgbClr val="23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160 pessoas atendidas em um evento escolar de Mogi Mirim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2240280"/>
            <a:ext cx="2011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B08A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160</a:t>
            </a:r>
            <a:endParaRPr lang="en-US" sz="6400" dirty="0"/>
          </a:p>
        </p:txBody>
      </p:sp>
      <p:sp>
        <p:nvSpPr>
          <p:cNvPr id="5" name="Text 3"/>
          <p:cNvSpPr txBox="1"/>
          <p:nvPr/>
        </p:nvSpPr>
        <p:spPr>
          <a:xfrm>
            <a:off x="2788920" y="2395728"/>
            <a:ext cx="3931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5C55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pessoas em um único dia. O convite veio de uma escola de Mogi Mirim, em setembro de 2026.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3520440"/>
            <a:ext cx="59436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5C55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Eventos são parte do trabalho dela há anos e quase nunca foram divulgados: a agenda sempre veio de indicação. Esta apresentação existe para mudar isso.</a:t>
            </a:r>
            <a:endParaRPr lang="en-US" sz="1350" dirty="0"/>
          </a:p>
          <a:p>
            <a:pPr indent="0" marL="0">
              <a:lnSpc>
                <a:spcPts val="2000"/>
              </a:lnSpc>
              <a:buNone/>
            </a:pPr>
            <a:endParaRPr lang="en-US" sz="13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5C55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Mais de 4.700 pessoas acompanham o trabalho no Instagram @cintiagodoyestetica. É de lá e do Google que chega a maior parte de quem procura.</a:t>
            </a:r>
            <a:endParaRPr lang="en-US" sz="1350" dirty="0"/>
          </a:p>
        </p:txBody>
      </p:sp>
      <p:pic>
        <p:nvPicPr>
          <p:cNvPr id="7" name="Image 0" descr="/Users/lopes/sites/cintia-godoy/assets/img/cintia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360920" y="2148840"/>
            <a:ext cx="3657600" cy="265176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E9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475488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40" kern="0" dirty="0">
                <a:solidFill>
                  <a:srgbClr val="5C55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CONTRATAR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841248"/>
            <a:ext cx="843753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600"/>
              </a:lnSpc>
              <a:buNone/>
            </a:pPr>
            <a:r>
              <a:rPr lang="en-US" sz="3000" dirty="0">
                <a:solidFill>
                  <a:srgbClr val="23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Três informações e a proposta sai na mesma conversa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85800" y="2468880"/>
            <a:ext cx="3291840" cy="1371600"/>
          </a:xfrm>
          <a:prstGeom prst="roundRect">
            <a:avLst>
              <a:gd name="adj" fmla="val 4000"/>
            </a:avLst>
          </a:prstGeom>
          <a:solidFill>
            <a:srgbClr val="FAF2EC"/>
          </a:solidFill>
          <a:ln w="9525">
            <a:solidFill>
              <a:srgbClr val="C9BCB0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60120" y="2706624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5C55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PASSO 1</a:t>
            </a:r>
            <a:endParaRPr lang="en-US" sz="950" dirty="0"/>
          </a:p>
        </p:txBody>
      </p:sp>
      <p:sp>
        <p:nvSpPr>
          <p:cNvPr id="6" name="Text 4"/>
          <p:cNvSpPr txBox="1"/>
          <p:nvPr/>
        </p:nvSpPr>
        <p:spPr>
          <a:xfrm>
            <a:off x="960120" y="3035808"/>
            <a:ext cx="2743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23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Quantas pessoas serão atendidas.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343400" y="2468880"/>
            <a:ext cx="3291840" cy="1371600"/>
          </a:xfrm>
          <a:prstGeom prst="roundRect">
            <a:avLst>
              <a:gd name="adj" fmla="val 4000"/>
            </a:avLst>
          </a:prstGeom>
          <a:solidFill>
            <a:srgbClr val="FAF2EC"/>
          </a:solidFill>
          <a:ln w="9525">
            <a:solidFill>
              <a:srgbClr val="C9BCB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617720" y="2706624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5C55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PASSO 2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4617720" y="3035808"/>
            <a:ext cx="2743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23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data (ou o mês) e o horário disponível.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8001000" y="2468880"/>
            <a:ext cx="3291840" cy="1371600"/>
          </a:xfrm>
          <a:prstGeom prst="roundRect">
            <a:avLst>
              <a:gd name="adj" fmla="val 4000"/>
            </a:avLst>
          </a:prstGeom>
          <a:solidFill>
            <a:srgbClr val="FAF2EC"/>
          </a:solidFill>
          <a:ln w="9525">
            <a:solidFill>
              <a:srgbClr val="C9BCB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275320" y="2706624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5C55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PASSO 3</a:t>
            </a:r>
            <a:endParaRPr lang="en-US" sz="950" dirty="0"/>
          </a:p>
        </p:txBody>
      </p:sp>
      <p:sp>
        <p:nvSpPr>
          <p:cNvPr id="12" name="Text 10"/>
          <p:cNvSpPr txBox="1"/>
          <p:nvPr/>
        </p:nvSpPr>
        <p:spPr>
          <a:xfrm>
            <a:off x="8275320" y="3035808"/>
            <a:ext cx="2743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23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cidade e o endereço do atendimento.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85800" y="4069080"/>
            <a:ext cx="3291840" cy="1371600"/>
          </a:xfrm>
          <a:prstGeom prst="roundRect">
            <a:avLst>
              <a:gd name="adj" fmla="val 4000"/>
            </a:avLst>
          </a:prstGeom>
          <a:solidFill>
            <a:srgbClr val="B08A4F"/>
          </a:solidFill>
          <a:ln w="9525">
            <a:solidFill>
              <a:srgbClr val="B08A4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60120" y="4306824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4A3A1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WHATSAPP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960120" y="4636008"/>
            <a:ext cx="2743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2A22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(19) 97410-8030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343400" y="4069080"/>
            <a:ext cx="3291840" cy="1371600"/>
          </a:xfrm>
          <a:prstGeom prst="roundRect">
            <a:avLst>
              <a:gd name="adj" fmla="val 4000"/>
            </a:avLst>
          </a:prstGeom>
          <a:solidFill>
            <a:srgbClr val="FAF2EC"/>
          </a:solidFill>
          <a:ln w="9525">
            <a:solidFill>
              <a:srgbClr val="C9BCB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617720" y="4306824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5C55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ESPAÇO</a:t>
            </a:r>
            <a:endParaRPr 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4617720" y="4636008"/>
            <a:ext cx="2743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23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Av. Santo Antônio, 127, Centro, Mogi Mirim, SP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8001000" y="4069080"/>
            <a:ext cx="3291840" cy="1371600"/>
          </a:xfrm>
          <a:prstGeom prst="roundRect">
            <a:avLst>
              <a:gd name="adj" fmla="val 4000"/>
            </a:avLst>
          </a:prstGeom>
          <a:solidFill>
            <a:srgbClr val="FAF2EC"/>
          </a:solidFill>
          <a:ln w="9525">
            <a:solidFill>
              <a:srgbClr val="C9BCB0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75320" y="4306824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5C55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SITE E INSTAGRAM</a:t>
            </a:r>
            <a:endParaRPr lang="en-US" sz="950" dirty="0"/>
          </a:p>
        </p:txBody>
      </p:sp>
      <p:sp>
        <p:nvSpPr>
          <p:cNvPr id="21" name="Text 19"/>
          <p:cNvSpPr txBox="1"/>
          <p:nvPr/>
        </p:nvSpPr>
        <p:spPr>
          <a:xfrm>
            <a:off x="8275320" y="4636008"/>
            <a:ext cx="2743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2320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cintia-godoy.onrender.com  ·  @cintiagodoyestetica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Cíntia Godoy Estética e Bem-Estar</dc:title>
  <dc:subject>PptxGenJS Presentation</dc:subject>
  <dc:creator>Cíntia Godoy Estética e Bem-Estar</dc:creator>
  <cp:lastModifiedBy>Cíntia Godoy Estética e Bem-Estar</cp:lastModifiedBy>
  <cp:revision>1</cp:revision>
  <dcterms:created xsi:type="dcterms:W3CDTF">2026-09-30T01:35:05Z</dcterms:created>
  <dcterms:modified xsi:type="dcterms:W3CDTF">2026-09-30T01:35:05Z</dcterms:modified>
</cp:coreProperties>
</file>