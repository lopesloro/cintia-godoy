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Dizer em uma frase: atendo no espaço da Avenida Santo Antônio e levo a cadeira até 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Contexto. O gancho é a dor de quem passa o dia sentado.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Credencial. Falar do curso mais recente e de onde ele entra no atendimento.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são duas frentes: o espaço e o atendimento externo.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Responder a dúvida da empresa: o que precisa providenciar.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Ancorar na data que a empresa já tem: SIPAT é a mais comum.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Prova de escala. O número é real e verificável.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pedir as três informações ali mesmo, na reunião.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24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opes/sites/cintia-godoy/marca/png/simbo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566928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210312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A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Estética e bem-estar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A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Mogi Mirim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685800" y="4956048"/>
            <a:ext cx="10817352" cy="0"/>
          </a:xfrm>
          <a:prstGeom prst="line">
            <a:avLst/>
          </a:prstGeom>
          <a:noFill/>
          <a:ln w="9525">
            <a:solidFill>
              <a:srgbClr val="8C847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51389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7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apresenta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5394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Cíntia Godoy Estética e Bem-Estar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51389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7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5394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de 2026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51389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7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5394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Empresas, escolas e eventos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QUE CHEGA ANTES DO INTERVALO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667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tensão do pescoço e dos ombros não espera o fim do expediente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77440"/>
            <a:ext cx="5943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sentada, celular na mão, reunião atrás de reunião. O corpo cobra no meio do dia, e quase nunca existe um lugar para resolver isso sem sair do trabalho.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Cíntia Godoy atua na estética há 8 anos e atende em Mogi Mirim, na Avenida Santo Antônio, 127. Faz o atendimento no espaço dela, com hora marcada, e leva a cadeira de quick massage até empresas, escolas e eventos da região.</a:t>
            </a:r>
            <a:endParaRPr lang="en-US" sz="1400" dirty="0"/>
          </a:p>
        </p:txBody>
      </p:sp>
      <p:pic>
        <p:nvPicPr>
          <p:cNvPr id="5" name="Image 0" descr="/Users/lopes/sites/cintia-godoy/assets/img/serv-headsp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60920" y="1828800"/>
            <a:ext cx="278892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ATENDE VOCÊ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8437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técnica nova entra na sala depois de estudada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2130552"/>
            <a:ext cx="10817352" cy="0"/>
          </a:xfrm>
          <a:prstGeom prst="line">
            <a:avLst/>
          </a:prstGeom>
          <a:noFill/>
          <a:ln w="9525">
            <a:solidFill>
              <a:srgbClr val="C9BCB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36829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 e taping na Bioage de Rio Claro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23560" y="233172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mais recente. Entra junto com a drenagem no cuidado de quem convive com dor, peso e inchaço nas pernas.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3364992"/>
            <a:ext cx="10817352" cy="0"/>
          </a:xfrm>
          <a:prstGeom prst="line">
            <a:avLst/>
          </a:prstGeom>
          <a:noFill/>
          <a:ln w="9525">
            <a:solidFill>
              <a:srgbClr val="C9BC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5661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60273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Biomedicina Estética, em conclusão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23560" y="356616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em Estética, concluindo a formação em Biomedicina Estética. É o que sustenta a leitura do que cada pele e cada corpo pedem.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4599432"/>
            <a:ext cx="10817352" cy="0"/>
          </a:xfrm>
          <a:prstGeom prst="line">
            <a:avLst/>
          </a:prstGeom>
          <a:noFill/>
          <a:ln w="9525">
            <a:solidFill>
              <a:srgbClr val="C9BCB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4800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B08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83717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Acrus e RenoveSSe Skin Glow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23560" y="48006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Equipamento de depilação a laser de alta performance e protocolo de limpeza de pele com luz biofotônica.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ELA FAZ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8437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lugares de atendimento: o espaço dela e o seu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7744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espaço, com hora marcada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Drenagem linfática relaxante, o carro-chefe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spa, cabeça e couro cabeludo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 de pele biofotônica, RenoveSSe Skin Glow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Depilação a laser, equipamento Acrus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Massoterapia e cuidado no lipedema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46520" y="237744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seu local, em cadeira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46520" y="288036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massage em empresas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SIPAT e semana do bem-estar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da equipe e confraternização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Feiras, congressos e eventos de escola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Mogi Mirim e região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MASSAGE NA EMPRESA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8437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vai até você; a empresa cede um canto e uma tomada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2514600"/>
            <a:ext cx="3291840" cy="2834640"/>
          </a:xfrm>
          <a:prstGeom prst="roundRect">
            <a:avLst>
              <a:gd name="adj" fmla="val 1935"/>
            </a:avLst>
          </a:prstGeom>
          <a:solidFill>
            <a:srgbClr val="FAF2EC"/>
          </a:solidFill>
          <a:ln w="9525">
            <a:solidFill>
              <a:srgbClr val="C9BCB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8408" y="2788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VAI COM ELA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78408" y="315468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de quick massage, os insumos, os descartáveis e o atendimento. Sem óleo, sem troca de roupa e sem sala montada.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2514600"/>
            <a:ext cx="3291840" cy="2834640"/>
          </a:xfrm>
          <a:prstGeom prst="roundRect">
            <a:avLst>
              <a:gd name="adj" fmla="val 1935"/>
            </a:avLst>
          </a:prstGeom>
          <a:solidFill>
            <a:srgbClr val="FAF2EC"/>
          </a:solidFill>
          <a:ln w="9525">
            <a:solidFill>
              <a:srgbClr val="C9BC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36008" y="2788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PROVIDENCIA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636008" y="315468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canto reservado ou uma sala, uma tomada por perto e a lista de horários. Havendo escala, o atendimento se encaixa nos intervalos.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01000" y="2514600"/>
            <a:ext cx="3291840" cy="2834640"/>
          </a:xfrm>
          <a:prstGeom prst="roundRect">
            <a:avLst>
              <a:gd name="adj" fmla="val 1935"/>
            </a:avLst>
          </a:prstGeom>
          <a:solidFill>
            <a:srgbClr val="B08A4F"/>
          </a:solidFill>
          <a:ln w="9525">
            <a:solidFill>
              <a:srgbClr val="B08A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93608" y="2788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NA COTAÇÃO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315468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A22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duração de cada atendimento e quantas pessoas cabem no período. Combinado antes, nunca no dia.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OCASIÕES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8437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na data que a empresa já tem no calendário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468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9B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004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SIPAT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776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semana de prevenção precisa de uma atração que as pessoas queiram fazer, e que fale de saúde sem palestra.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2468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9B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2004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do bem-estar e datas da equipe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9776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de vida, saúde mental, ergonomia, Dia da Mulher, Outubro Rosa, aniversário da empresa, confraternização.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001000" y="2468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B08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001000" y="32004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Feiras, congressos e eventos de escola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39776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estande, a cadeira vira ponto de parada, e motivo para a pessoa voltar.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EVENTO ATÉ AQUI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667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pessoas atendidas em um evento escolar de Mogi Mirim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402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B08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2788920" y="239572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em um único dia. O convite veio de uma escola de Mogi Mirim, em setembro de 2026.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20440"/>
            <a:ext cx="5943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são parte do trabalho dela há anos e quase nunca foram divulgados: a agenda sempre veio de indicação. Esta apresentação existe para mudar isso.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4.700 pessoas acompanham o trabalho no Instagram @cintiagodoyestetica. É de lá e do Google que chega a maior parte de quem procura.</a:t>
            </a:r>
            <a:endParaRPr lang="en-US" sz="1350" dirty="0"/>
          </a:p>
        </p:txBody>
      </p:sp>
      <p:pic>
        <p:nvPicPr>
          <p:cNvPr id="7" name="Image 0" descr="/Users/lopes/sites/cintia-godoy/assets/img/cint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60920" y="2148840"/>
            <a:ext cx="365760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CONTRATAR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8437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informações e a proposta sai na mesma conversa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AF2EC"/>
          </a:solidFill>
          <a:ln w="9525">
            <a:solidFill>
              <a:srgbClr val="C9BCB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7066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0358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Quantas pessoas serão atendidas.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24688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AF2EC"/>
          </a:solidFill>
          <a:ln w="9525">
            <a:solidFill>
              <a:srgbClr val="C9BC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27066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30358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(ou o mês) e o horário disponível.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01000" y="24688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AF2EC"/>
          </a:solidFill>
          <a:ln w="9525">
            <a:solidFill>
              <a:srgbClr val="C9BC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27066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30358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cidade e o endereço do atendimento.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40690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B08A4F"/>
          </a:solidFill>
          <a:ln w="9525">
            <a:solidFill>
              <a:srgbClr val="B08A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43068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6360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A22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(19) 97410-8030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40690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AF2EC"/>
          </a:solidFill>
          <a:ln w="9525">
            <a:solidFill>
              <a:srgbClr val="C9BC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17720" y="43068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617720" y="46360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Av. Santo Antônio, 127, Centro, Mogi Mirim, SP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01000" y="40690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AF2EC"/>
          </a:solidFill>
          <a:ln w="9525">
            <a:solidFill>
              <a:srgbClr val="C9BCB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43068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E INSTAGRAM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46360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cintia-godoy.onrender.com  ·  @cintiagodoyestetica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Cíntia Godoy Estética e Bem-Estar</dc:title>
  <dc:subject>PptxGenJS Presentation</dc:subject>
  <dc:creator>Cíntia Godoy Estética e Bem-Estar</dc:creator>
  <cp:lastModifiedBy>Cíntia Godoy Estética e Bem-Estar</cp:lastModifiedBy>
  <cp:revision>1</cp:revision>
  <dcterms:created xsi:type="dcterms:W3CDTF">2026-09-30T17:14:43Z</dcterms:created>
  <dcterms:modified xsi:type="dcterms:W3CDTF">2026-09-30T17:14:43Z</dcterms:modified>
</cp:coreProperties>
</file>